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286000"/>
            <a:ext cx="7315200" cy="7315200"/>
          </a:xfrm>
          <a:prstGeom prst="ellipse">
            <a:avLst/>
          </a:prstGeom>
          <a:solidFill>
            <a:srgbClr val="C9972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554480"/>
            <a:ext cx="5029200" cy="5029200"/>
          </a:xfrm>
          <a:prstGeom prst="ellipse">
            <a:avLst/>
          </a:prstGeom>
          <a:solidFill>
            <a:srgbClr val="C9972E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6012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C997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941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9418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7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NOW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8686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Before</a:t>
            </a:r>
            <a:endParaRPr lang="en-US" sz="60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Buy.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868680" y="4434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9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product verification that tells you the truth about a listing—including when it doesn't know something.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[Hackathon Name]  ·  [Team Name]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221D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Shoppers can't tell a genuine</a:t>
            </a:r>
            <a:endParaRPr lang="en-US" sz="34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221D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listing from a risky one.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606040"/>
            <a:ext cx="3429000" cy="2880360"/>
          </a:xfrm>
          <a:prstGeom prst="roundRect">
            <a:avLst>
              <a:gd name="adj" fmla="val 3810"/>
            </a:avLst>
          </a:prstGeom>
          <a:solidFill>
            <a:srgbClr val="FBF8F2"/>
          </a:solidFill>
          <a:ln w="12700">
            <a:solidFill>
              <a:srgbClr val="E9E1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2926080"/>
            <a:ext cx="566928" cy="566928"/>
          </a:xfrm>
          <a:prstGeom prst="ellipse">
            <a:avLst/>
          </a:prstGeom>
          <a:solidFill>
            <a:srgbClr val="C9972E"/>
          </a:solidFill>
          <a:ln/>
        </p:spPr>
      </p:sp>
      <p:pic>
        <p:nvPicPr>
          <p:cNvPr id="6" name="Image 0" descr="/home/claude/deck/icons/alert_221D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701" y="2999781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365760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1D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$500B+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143000" y="4251960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7A7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Counterfeit goods are a widely-cited, hundreds-of-billions-a-year global problem (OECD estimates).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0" y="2606040"/>
            <a:ext cx="3429000" cy="2880360"/>
          </a:xfrm>
          <a:prstGeom prst="roundRect">
            <a:avLst>
              <a:gd name="adj" fmla="val 3810"/>
            </a:avLst>
          </a:prstGeom>
          <a:solidFill>
            <a:srgbClr val="FBF8F2"/>
          </a:solidFill>
          <a:ln w="12700">
            <a:solidFill>
              <a:srgbClr val="E9E1D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92040" y="2926080"/>
            <a:ext cx="566928" cy="566928"/>
          </a:xfrm>
          <a:prstGeom prst="ellipse">
            <a:avLst/>
          </a:prstGeom>
          <a:solidFill>
            <a:srgbClr val="C9972E"/>
          </a:solidFill>
          <a:ln/>
        </p:spPr>
      </p:sp>
      <p:pic>
        <p:nvPicPr>
          <p:cNvPr id="11" name="Image 1" descr="/home/claude/deck/icons/eyeoff_221D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741" y="2999781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92040" y="365760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1D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Unclear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4892040" y="4251960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7A7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reviews are genuine vs. incentivized, bot-written, or manipulated.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321040" y="2606040"/>
            <a:ext cx="3429000" cy="2880360"/>
          </a:xfrm>
          <a:prstGeom prst="roundRect">
            <a:avLst>
              <a:gd name="adj" fmla="val 3810"/>
            </a:avLst>
          </a:prstGeom>
          <a:solidFill>
            <a:srgbClr val="FBF8F2"/>
          </a:solidFill>
          <a:ln w="12700">
            <a:solidFill>
              <a:srgbClr val="E9E1D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41080" y="2926080"/>
            <a:ext cx="566928" cy="566928"/>
          </a:xfrm>
          <a:prstGeom prst="ellipse">
            <a:avLst/>
          </a:prstGeom>
          <a:solidFill>
            <a:srgbClr val="C9972E"/>
          </a:solidFill>
          <a:ln/>
        </p:spPr>
      </p:sp>
      <p:pic>
        <p:nvPicPr>
          <p:cNvPr id="16" name="Image 2" descr="/home/claude/deck/icons/trending_221D1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781" y="2999781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41080" y="365760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1D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8641080" y="4251960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7A7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today's “discount” is real, or the price was inflated first.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22960" y="580644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7A7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don't have time to check seller history, cross-reference prices, and read through reviews for red flags — for every single purchase.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57200" y="6519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7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NOW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221D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Paste a link. Get a verdict—</a:t>
            </a:r>
            <a:endParaRPr lang="en-US" sz="34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221D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backed by real data.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697480"/>
            <a:ext cx="3429000" cy="2651760"/>
          </a:xfrm>
          <a:prstGeom prst="roundRect">
            <a:avLst>
              <a:gd name="adj" fmla="val 4138"/>
            </a:avLst>
          </a:prstGeom>
          <a:solidFill>
            <a:srgbClr val="1C1712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9260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B3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143000" y="3566160"/>
            <a:ext cx="502920" cy="502920"/>
          </a:xfrm>
          <a:prstGeom prst="ellipse">
            <a:avLst/>
          </a:prstGeom>
          <a:solidFill>
            <a:srgbClr val="C9972E"/>
          </a:solidFill>
          <a:ln/>
        </p:spPr>
      </p:sp>
      <p:pic>
        <p:nvPicPr>
          <p:cNvPr id="7" name="Image 0" descr="/home/claude/deck/icons/search_221D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8380" y="3631540"/>
            <a:ext cx="372161" cy="3721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423367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link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43000" y="4599432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product page — Amazon, Flipkart, Meesho, Myntra, Ajio, eBay, Walmart and more.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0" y="2697480"/>
            <a:ext cx="3429000" cy="2651760"/>
          </a:xfrm>
          <a:prstGeom prst="roundRect">
            <a:avLst>
              <a:gd name="adj" fmla="val 4138"/>
            </a:avLst>
          </a:prstGeom>
          <a:solidFill>
            <a:srgbClr val="1C1712"/>
          </a:solidFill>
          <a:ln/>
        </p:spPr>
      </p:sp>
      <p:sp>
        <p:nvSpPr>
          <p:cNvPr id="11" name="Text 8"/>
          <p:cNvSpPr/>
          <p:nvPr/>
        </p:nvSpPr>
        <p:spPr>
          <a:xfrm>
            <a:off x="4892040" y="29260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B3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892040" y="3566160"/>
            <a:ext cx="502920" cy="502920"/>
          </a:xfrm>
          <a:prstGeom prst="ellipse">
            <a:avLst/>
          </a:prstGeom>
          <a:solidFill>
            <a:srgbClr val="C9972E"/>
          </a:solidFill>
          <a:ln/>
        </p:spPr>
      </p:sp>
      <p:pic>
        <p:nvPicPr>
          <p:cNvPr id="13" name="Image 1" descr="/home/claude/deck/icons/cpu_221D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420" y="3631540"/>
            <a:ext cx="372161" cy="37216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92040" y="423367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extracts &amp; reasons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892040" y="4599432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page data is pulled, then reasoned over by an AI verification layer.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321040" y="2697480"/>
            <a:ext cx="3429000" cy="2651760"/>
          </a:xfrm>
          <a:prstGeom prst="roundRect">
            <a:avLst>
              <a:gd name="adj" fmla="val 4138"/>
            </a:avLst>
          </a:prstGeom>
          <a:solidFill>
            <a:srgbClr val="1C1712"/>
          </a:solidFill>
          <a:ln/>
        </p:spPr>
      </p:sp>
      <p:sp>
        <p:nvSpPr>
          <p:cNvPr id="17" name="Text 13"/>
          <p:cNvSpPr/>
          <p:nvPr/>
        </p:nvSpPr>
        <p:spPr>
          <a:xfrm>
            <a:off x="8641080" y="29260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3B3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8641080" y="3566160"/>
            <a:ext cx="502920" cy="502920"/>
          </a:xfrm>
          <a:prstGeom prst="ellipse">
            <a:avLst/>
          </a:prstGeom>
          <a:solidFill>
            <a:srgbClr val="C9972E"/>
          </a:solidFill>
          <a:ln/>
        </p:spPr>
      </p:sp>
      <p:pic>
        <p:nvPicPr>
          <p:cNvPr id="19" name="Image 2" descr="/home/claude/deck/icons/shield_221D1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6460" y="3631540"/>
            <a:ext cx="372161" cy="37216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41080" y="423367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clear verdict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641080" y="4599432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 Buy, Buy with Caution, or High Risk — with plain-language reasoning.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822960" y="562356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7A7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consistent pipeline — authenticity, seller signals, review quality, and price all evaluated together, not as separate manual checks.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457200" y="6519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7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NOW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D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link to verdict, step by 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2743200"/>
            <a:ext cx="18288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9E1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3017520"/>
            <a:ext cx="548640" cy="548640"/>
          </a:xfrm>
          <a:prstGeom prst="ellipse">
            <a:avLst/>
          </a:prstGeom>
          <a:solidFill>
            <a:srgbClr val="C9972E"/>
          </a:solidFill>
          <a:ln/>
        </p:spPr>
      </p:sp>
      <p:pic>
        <p:nvPicPr>
          <p:cNvPr id="6" name="Image 0" descr="/home/claude/deck/icons/search_221D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0083" y="308884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7947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2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2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537460" y="3383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9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017520" y="2743200"/>
            <a:ext cx="18288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9E1D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0" y="3017520"/>
            <a:ext cx="548640" cy="548640"/>
          </a:xfrm>
          <a:prstGeom prst="ellipse">
            <a:avLst/>
          </a:prstGeom>
          <a:solidFill>
            <a:srgbClr val="C9972E"/>
          </a:solidFill>
          <a:ln/>
        </p:spPr>
      </p:sp>
      <p:pic>
        <p:nvPicPr>
          <p:cNvPr id="11" name="Image 1" descr="/home/claude/deck/icons/layers_221D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923" y="3088843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17520" y="37947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2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page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2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fetched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686300" y="3383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9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0"/>
          <p:cNvSpPr/>
          <p:nvPr/>
        </p:nvSpPr>
        <p:spPr>
          <a:xfrm>
            <a:off x="5166360" y="2743200"/>
            <a:ext cx="18288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9E1D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806440" y="3017520"/>
            <a:ext cx="548640" cy="548640"/>
          </a:xfrm>
          <a:prstGeom prst="ellipse">
            <a:avLst/>
          </a:prstGeom>
          <a:solidFill>
            <a:srgbClr val="C9972E"/>
          </a:solidFill>
          <a:ln/>
        </p:spPr>
      </p:sp>
      <p:pic>
        <p:nvPicPr>
          <p:cNvPr id="16" name="Image 2" descr="/home/claude/deck/icons/grid_221D1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7763" y="3088843"/>
            <a:ext cx="405994" cy="4059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66360" y="37947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2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2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835140" y="3383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9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4"/>
          <p:cNvSpPr/>
          <p:nvPr/>
        </p:nvSpPr>
        <p:spPr>
          <a:xfrm>
            <a:off x="7315200" y="2743200"/>
            <a:ext cx="18288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9E1D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955280" y="3017520"/>
            <a:ext cx="548640" cy="548640"/>
          </a:xfrm>
          <a:prstGeom prst="ellipse">
            <a:avLst/>
          </a:prstGeom>
          <a:solidFill>
            <a:srgbClr val="C9972E"/>
          </a:solidFill>
          <a:ln/>
        </p:spPr>
      </p:sp>
      <p:pic>
        <p:nvPicPr>
          <p:cNvPr id="21" name="Image 3" descr="/home/claude/deck/icons/cpu_221D1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603" y="3088843"/>
            <a:ext cx="405994" cy="4059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37947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2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2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8983980" y="3383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9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24" name="Shape 18"/>
          <p:cNvSpPr/>
          <p:nvPr/>
        </p:nvSpPr>
        <p:spPr>
          <a:xfrm>
            <a:off x="9464040" y="2743200"/>
            <a:ext cx="182880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9E1D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104120" y="3017520"/>
            <a:ext cx="548640" cy="548640"/>
          </a:xfrm>
          <a:prstGeom prst="ellipse">
            <a:avLst/>
          </a:prstGeom>
          <a:solidFill>
            <a:srgbClr val="C9972E"/>
          </a:solidFill>
          <a:ln/>
        </p:spPr>
      </p:sp>
      <p:pic>
        <p:nvPicPr>
          <p:cNvPr id="26" name="Image 4" descr="/home/claude/deck/icons/check_221D1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5443" y="3088843"/>
            <a:ext cx="405994" cy="40599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464040" y="37947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2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2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22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822960" y="525780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7A7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site blocks the fetch, or a URL isn't a real product page, Shop Now says so clearly — it never fakes a step it couldn't complete.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57200" y="6519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7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NOW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D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you need in one report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514600"/>
            <a:ext cx="3246120" cy="1783080"/>
          </a:xfrm>
          <a:prstGeom prst="roundRect">
            <a:avLst>
              <a:gd name="adj" fmla="val 5128"/>
            </a:avLst>
          </a:prstGeom>
          <a:solidFill>
            <a:srgbClr val="FBF8F2"/>
          </a:solidFill>
          <a:ln w="12700">
            <a:solidFill>
              <a:srgbClr val="E9E1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" y="2770632"/>
            <a:ext cx="457200" cy="457200"/>
          </a:xfrm>
          <a:prstGeom prst="ellipse">
            <a:avLst/>
          </a:prstGeom>
          <a:solidFill>
            <a:srgbClr val="C9972E"/>
          </a:solidFill>
          <a:ln/>
        </p:spPr>
      </p:sp>
      <p:pic>
        <p:nvPicPr>
          <p:cNvPr id="6" name="Image 0" descr="/home/claude/deck/icons/shield_221D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" y="2830068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3383280"/>
            <a:ext cx="2734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Authenticity Score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78992" y="3685032"/>
            <a:ext cx="2734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A7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Genuine-product plausibility from real brand, price &amp; spec data.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61688" y="2514600"/>
            <a:ext cx="3246120" cy="1783080"/>
          </a:xfrm>
          <a:prstGeom prst="roundRect">
            <a:avLst>
              <a:gd name="adj" fmla="val 5128"/>
            </a:avLst>
          </a:prstGeom>
          <a:solidFill>
            <a:srgbClr val="FBF8F2"/>
          </a:solidFill>
          <a:ln w="12700">
            <a:solidFill>
              <a:srgbClr val="E9E1D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7720" y="2770632"/>
            <a:ext cx="457200" cy="457200"/>
          </a:xfrm>
          <a:prstGeom prst="ellipse">
            <a:avLst/>
          </a:prstGeom>
          <a:solidFill>
            <a:srgbClr val="C9972E"/>
          </a:solidFill>
          <a:ln/>
        </p:spPr>
      </p:sp>
      <p:pic>
        <p:nvPicPr>
          <p:cNvPr id="11" name="Image 1" descr="/home/claude/deck/icons/star_221D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6" y="2830068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383280"/>
            <a:ext cx="2734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Trust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17720" y="3685032"/>
            <a:ext cx="2734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A7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page's real rating &amp; review count — never invented sentiment.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900416" y="2514600"/>
            <a:ext cx="3246120" cy="1783080"/>
          </a:xfrm>
          <a:prstGeom prst="roundRect">
            <a:avLst>
              <a:gd name="adj" fmla="val 5128"/>
            </a:avLst>
          </a:prstGeom>
          <a:solidFill>
            <a:srgbClr val="FBF8F2"/>
          </a:solidFill>
          <a:ln w="12700">
            <a:solidFill>
              <a:srgbClr val="E9E1D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56448" y="2770632"/>
            <a:ext cx="457200" cy="457200"/>
          </a:xfrm>
          <a:prstGeom prst="ellipse">
            <a:avLst/>
          </a:prstGeom>
          <a:solidFill>
            <a:srgbClr val="C9972E"/>
          </a:solidFill>
          <a:ln/>
        </p:spPr>
      </p:sp>
      <p:pic>
        <p:nvPicPr>
          <p:cNvPr id="16" name="Image 2" descr="/home/claude/deck/icons/dollar_221D1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5884" y="2830068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56448" y="3383280"/>
            <a:ext cx="2734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Plausibility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156448" y="3685032"/>
            <a:ext cx="2734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A7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prices that don't line up with what's actually on the page.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22960" y="4572000"/>
            <a:ext cx="3246120" cy="1783080"/>
          </a:xfrm>
          <a:prstGeom prst="roundRect">
            <a:avLst>
              <a:gd name="adj" fmla="val 5128"/>
            </a:avLst>
          </a:prstGeom>
          <a:solidFill>
            <a:srgbClr val="FBF8F2"/>
          </a:solidFill>
          <a:ln w="12700">
            <a:solidFill>
              <a:srgbClr val="E9E1D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78992" y="4828032"/>
            <a:ext cx="457200" cy="457200"/>
          </a:xfrm>
          <a:prstGeom prst="ellipse">
            <a:avLst/>
          </a:prstGeom>
          <a:solidFill>
            <a:srgbClr val="C9972E"/>
          </a:solidFill>
          <a:ln/>
        </p:spPr>
      </p:sp>
      <p:pic>
        <p:nvPicPr>
          <p:cNvPr id="21" name="Image 3" descr="/home/claude/deck/icons/zap_221D1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428" y="4887468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78992" y="5440680"/>
            <a:ext cx="2734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Console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078992" y="5742432"/>
            <a:ext cx="2734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A7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animated view of every verification step as it runs.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61688" y="4572000"/>
            <a:ext cx="3246120" cy="1783080"/>
          </a:xfrm>
          <a:prstGeom prst="roundRect">
            <a:avLst>
              <a:gd name="adj" fmla="val 5128"/>
            </a:avLst>
          </a:prstGeom>
          <a:solidFill>
            <a:srgbClr val="FBF8F2"/>
          </a:solidFill>
          <a:ln w="12700">
            <a:solidFill>
              <a:srgbClr val="E9E1D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17720" y="4828032"/>
            <a:ext cx="457200" cy="457200"/>
          </a:xfrm>
          <a:prstGeom prst="ellipse">
            <a:avLst/>
          </a:prstGeom>
          <a:solidFill>
            <a:srgbClr val="C9972E"/>
          </a:solidFill>
          <a:ln/>
        </p:spPr>
      </p:sp>
      <p:pic>
        <p:nvPicPr>
          <p:cNvPr id="26" name="Image 4" descr="/home/claude/deck/icons/grid_221D1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156" y="4887468"/>
            <a:ext cx="338328" cy="33832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17720" y="5440680"/>
            <a:ext cx="2734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Apple-Inspired UI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17720" y="5742432"/>
            <a:ext cx="2734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A7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Glassmorphism, scroll animations, full light &amp; dark mode.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7900416" y="4572000"/>
            <a:ext cx="3246120" cy="1783080"/>
          </a:xfrm>
          <a:prstGeom prst="roundRect">
            <a:avLst>
              <a:gd name="adj" fmla="val 5128"/>
            </a:avLst>
          </a:prstGeom>
          <a:solidFill>
            <a:srgbClr val="FBF8F2"/>
          </a:solidFill>
          <a:ln w="12700">
            <a:solidFill>
              <a:srgbClr val="E9E1D2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156448" y="4828032"/>
            <a:ext cx="457200" cy="457200"/>
          </a:xfrm>
          <a:prstGeom prst="ellipse">
            <a:avLst/>
          </a:prstGeom>
          <a:solidFill>
            <a:srgbClr val="C9972E"/>
          </a:solidFill>
          <a:ln/>
        </p:spPr>
      </p:sp>
      <p:pic>
        <p:nvPicPr>
          <p:cNvPr id="31" name="Image 5" descr="/home/claude/deck/icons/eyeoff_221D1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5884" y="4887468"/>
            <a:ext cx="338328" cy="33832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156448" y="5440680"/>
            <a:ext cx="2734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Fallback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156448" y="5742432"/>
            <a:ext cx="2734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A7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Degrades to a clearly labeled simulation — never a fake result.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519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7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NOW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1D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verdict you can actually read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10515600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E9E1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9659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Noise-Cancelling Headphones Pro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2286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· Analyzed just now · Live analysis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052560" y="1984248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E4F3EA"/>
          </a:solidFill>
          <a:ln/>
        </p:spPr>
      </p:sp>
      <p:sp>
        <p:nvSpPr>
          <p:cNvPr id="8" name="Text 6"/>
          <p:cNvSpPr/>
          <p:nvPr/>
        </p:nvSpPr>
        <p:spPr>
          <a:xfrm>
            <a:off x="9052560" y="198424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A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 Buy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188720" y="2834640"/>
            <a:ext cx="2331720" cy="1234440"/>
          </a:xfrm>
          <a:prstGeom prst="roundRect">
            <a:avLst>
              <a:gd name="adj" fmla="val 7407"/>
            </a:avLst>
          </a:prstGeom>
          <a:solidFill>
            <a:srgbClr val="FBF8F2"/>
          </a:solidFill>
          <a:ln w="12700">
            <a:solidFill>
              <a:srgbClr val="E9E1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98094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A7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AUTHENTICITY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371600" y="32918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A8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721608" y="2834640"/>
            <a:ext cx="2331720" cy="1234440"/>
          </a:xfrm>
          <a:prstGeom prst="roundRect">
            <a:avLst>
              <a:gd name="adj" fmla="val 7407"/>
            </a:avLst>
          </a:prstGeom>
          <a:solidFill>
            <a:srgbClr val="FBF8F2"/>
          </a:solidFill>
          <a:ln w="12700">
            <a:solidFill>
              <a:srgbClr val="E9E1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04488" y="298094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A7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TRUST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904488" y="32918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A8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84%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254496" y="2834640"/>
            <a:ext cx="2331720" cy="1234440"/>
          </a:xfrm>
          <a:prstGeom prst="roundRect">
            <a:avLst>
              <a:gd name="adj" fmla="val 7407"/>
            </a:avLst>
          </a:prstGeom>
          <a:solidFill>
            <a:srgbClr val="FBF8F2"/>
          </a:solidFill>
          <a:ln w="12700">
            <a:solidFill>
              <a:srgbClr val="E9E1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37376" y="298094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A7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TRUST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37376" y="32918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A7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N/A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787384" y="2834640"/>
            <a:ext cx="2331720" cy="1234440"/>
          </a:xfrm>
          <a:prstGeom prst="roundRect">
            <a:avLst>
              <a:gd name="adj" fmla="val 7407"/>
            </a:avLst>
          </a:prstGeom>
          <a:solidFill>
            <a:srgbClr val="FBF8F2"/>
          </a:solidFill>
          <a:ln w="12700">
            <a:solidFill>
              <a:srgbClr val="E9E1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70264" y="2980944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A7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SCORE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970264" y="32918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76%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188720" y="4343400"/>
            <a:ext cx="9784080" cy="1417320"/>
          </a:xfrm>
          <a:prstGeom prst="roundRect">
            <a:avLst>
              <a:gd name="adj" fmla="val 6452"/>
            </a:avLst>
          </a:prstGeom>
          <a:solidFill>
            <a:srgbClr val="FBF8F2"/>
          </a:solidFill>
          <a:ln w="12700">
            <a:solidFill>
              <a:srgbClr val="E9E1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17320" y="4526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417320" y="484632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22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listing shows strong authenticity signals with a 91% genuine-product probability. The extracted rating and review count support a healthy review trust score, and pricing is close to plausible for this product category. Seller history is not available from a connected data source, so that field is marked N/A rather than estimated.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7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NOW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6400800" cy="6400800"/>
          </a:xfrm>
          <a:prstGeom prst="ellipse">
            <a:avLst/>
          </a:prstGeom>
          <a:solidFill>
            <a:srgbClr val="C9972E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DIFFERENT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7772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AI demos fake the</a:t>
            </a:r>
            <a:endParaRPr lang="en-US" sz="32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numbers they don't have.</a:t>
            </a:r>
            <a:endParaRPr lang="en-US" sz="32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one doesn't.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3429000"/>
            <a:ext cx="457200" cy="457200"/>
          </a:xfrm>
          <a:prstGeom prst="ellipse">
            <a:avLst/>
          </a:prstGeom>
          <a:solidFill>
            <a:srgbClr val="C9972E"/>
          </a:solidFill>
          <a:ln/>
        </p:spPr>
      </p:sp>
      <p:pic>
        <p:nvPicPr>
          <p:cNvPr id="6" name="Image 0" descr="/home/claude/deck/icons/check_221D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348843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3383280"/>
            <a:ext cx="9326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E8D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Unverifiable fields (seller history, sentiment without real reviews) are returned as null — shown as N/A, never a guessed percentage.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4297680"/>
            <a:ext cx="457200" cy="457200"/>
          </a:xfrm>
          <a:prstGeom prst="ellipse">
            <a:avLst/>
          </a:prstGeom>
          <a:solidFill>
            <a:srgbClr val="C9972E"/>
          </a:solidFill>
          <a:ln/>
        </p:spPr>
      </p:sp>
      <p:pic>
        <p:nvPicPr>
          <p:cNvPr id="9" name="Image 1" descr="/home/claude/deck/icons/alert_221D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4357116"/>
            <a:ext cx="338328" cy="3383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4251960"/>
            <a:ext cx="9326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E8D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marketplace blocks the fetch, the API returns a clear, honest error instead of a fake success.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22960" y="5166360"/>
            <a:ext cx="457200" cy="457200"/>
          </a:xfrm>
          <a:prstGeom prst="ellipse">
            <a:avLst/>
          </a:prstGeom>
          <a:solidFill>
            <a:srgbClr val="C9972E"/>
          </a:solidFill>
          <a:ln/>
        </p:spPr>
      </p:sp>
      <p:pic>
        <p:nvPicPr>
          <p:cNvPr id="12" name="Image 2" descr="/home/claude/deck/icons/eyeoff_221D1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" y="5225796"/>
            <a:ext cx="338328" cy="3383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5120640"/>
            <a:ext cx="9326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E8D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UI always labels which mode you're viewing: Live (real data + AI) or Simulated (clearly marked demo).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57200" y="6519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NOW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D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Simple, honest data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BF8F2"/>
          </a:solidFill>
          <a:ln w="15875">
            <a:solidFill>
              <a:srgbClr val="E9E1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74520" y="2697480"/>
            <a:ext cx="548640" cy="548640"/>
          </a:xfrm>
          <a:prstGeom prst="ellipse">
            <a:avLst/>
          </a:prstGeom>
          <a:solidFill>
            <a:srgbClr val="C9972E"/>
          </a:solidFill>
          <a:ln/>
        </p:spPr>
      </p:sp>
      <p:pic>
        <p:nvPicPr>
          <p:cNvPr id="6" name="Image 0" descr="/home/claude/deck/icons/grid_221D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5843" y="276880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290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2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2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(Frontend)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931920" y="24688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BF8F2"/>
          </a:solidFill>
          <a:ln w="15875">
            <a:solidFill>
              <a:srgbClr val="E9E1D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83480" y="2697480"/>
            <a:ext cx="548640" cy="548640"/>
          </a:xfrm>
          <a:prstGeom prst="ellipse">
            <a:avLst/>
          </a:prstGeom>
          <a:solidFill>
            <a:srgbClr val="C9972E"/>
          </a:solidFill>
          <a:ln/>
        </p:spPr>
      </p:sp>
      <p:pic>
        <p:nvPicPr>
          <p:cNvPr id="10" name="Image 1" descr="/home/claude/deck/icons/cpu_221D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4803" y="2768803"/>
            <a:ext cx="405994" cy="40599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31920" y="34290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2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2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040880" y="24688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FBF8F2"/>
          </a:solidFill>
          <a:ln w="15875">
            <a:solidFill>
              <a:srgbClr val="E9E1D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092440" y="2697480"/>
            <a:ext cx="548640" cy="548640"/>
          </a:xfrm>
          <a:prstGeom prst="ellipse">
            <a:avLst/>
          </a:prstGeom>
          <a:solidFill>
            <a:srgbClr val="C9972E"/>
          </a:solidFill>
          <a:ln/>
        </p:spPr>
      </p:sp>
      <p:pic>
        <p:nvPicPr>
          <p:cNvPr id="14" name="Image 2" descr="/home/claude/deck/icons/search_221D1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3763" y="2768803"/>
            <a:ext cx="405994" cy="40599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40880" y="34290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2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22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Page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42900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9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653796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9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3"/>
          <p:cNvSpPr/>
          <p:nvPr/>
        </p:nvSpPr>
        <p:spPr>
          <a:xfrm>
            <a:off x="3931920" y="475488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1C1712"/>
          </a:solidFill>
          <a:ln/>
        </p:spPr>
      </p:sp>
      <p:sp>
        <p:nvSpPr>
          <p:cNvPr id="19" name="Shape 14"/>
          <p:cNvSpPr/>
          <p:nvPr/>
        </p:nvSpPr>
        <p:spPr>
          <a:xfrm>
            <a:off x="5001768" y="4919472"/>
            <a:ext cx="457200" cy="457200"/>
          </a:xfrm>
          <a:prstGeom prst="ellipse">
            <a:avLst/>
          </a:prstGeom>
          <a:solidFill>
            <a:srgbClr val="C9972E"/>
          </a:solidFill>
          <a:ln/>
        </p:spPr>
      </p:sp>
      <p:pic>
        <p:nvPicPr>
          <p:cNvPr id="20" name="Image 3" descr="/home/claude/deck/icons/zap_221D1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1204" y="4978908"/>
            <a:ext cx="338328" cy="33832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931920" y="5440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(reasoning only)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4983480" y="4160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9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822960" y="580644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7A7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fetches the real page, extracts structured data itself, and only sends that extracted data (never the raw scrape) to the AI for reasoning.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57200" y="6519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7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NOW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D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Lean, fast, no build 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423160"/>
            <a:ext cx="50292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9E1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697480"/>
            <a:ext cx="502920" cy="502920"/>
          </a:xfrm>
          <a:prstGeom prst="ellipse">
            <a:avLst/>
          </a:prstGeom>
          <a:solidFill>
            <a:srgbClr val="C9972E"/>
          </a:solidFill>
          <a:ln/>
        </p:spPr>
      </p:sp>
      <p:pic>
        <p:nvPicPr>
          <p:cNvPr id="6" name="Image 0" descr="/home/claude/deck/icons/grid_221D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660" y="276286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67919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83080" y="308152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7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 · Vanilla ES6 JS · Chart.js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2423160"/>
            <a:ext cx="50292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9E1D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2697480"/>
            <a:ext cx="502920" cy="502920"/>
          </a:xfrm>
          <a:prstGeom prst="ellipse">
            <a:avLst/>
          </a:prstGeom>
          <a:solidFill>
            <a:srgbClr val="C9972E"/>
          </a:solidFill>
          <a:ln/>
        </p:spPr>
      </p:sp>
      <p:pic>
        <p:nvPicPr>
          <p:cNvPr id="11" name="Image 1" descr="/home/claude/deck/icons/cpu_221D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620" y="276286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267919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178040" y="308152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7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· httpx · BeautifulSoup4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2960" y="4297680"/>
            <a:ext cx="50292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9E1D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97280" y="4572000"/>
            <a:ext cx="502920" cy="502920"/>
          </a:xfrm>
          <a:prstGeom prst="ellipse">
            <a:avLst/>
          </a:prstGeom>
          <a:solidFill>
            <a:srgbClr val="C9972E"/>
          </a:solidFill>
          <a:ln/>
        </p:spPr>
      </p:sp>
      <p:pic>
        <p:nvPicPr>
          <p:cNvPr id="16" name="Image 2" descr="/home/claude/deck/icons/zap_221D1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660" y="4637380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5537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783080" y="495604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7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(gpt-4o-mini, configurable)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4297680"/>
            <a:ext cx="50292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9E1D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92240" y="4572000"/>
            <a:ext cx="502920" cy="502920"/>
          </a:xfrm>
          <a:prstGeom prst="ellipse">
            <a:avLst/>
          </a:prstGeom>
          <a:solidFill>
            <a:srgbClr val="C9972E"/>
          </a:solidFill>
          <a:ln/>
        </p:spPr>
      </p:sp>
      <p:pic>
        <p:nvPicPr>
          <p:cNvPr id="21" name="Image 3" descr="/home/claude/deck/icons/layers_221D1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620" y="4637380"/>
            <a:ext cx="372161" cy="3721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5537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178040" y="495604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7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schema.org/Product JSON-LD · Open Graph fallback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19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7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NOW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9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1D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310896" cy="310896"/>
          </a:xfrm>
          <a:prstGeom prst="ellipse">
            <a:avLst/>
          </a:prstGeom>
          <a:solidFill>
            <a:srgbClr val="C9972E"/>
          </a:solidFill>
          <a:ln/>
        </p:spPr>
      </p:sp>
      <p:pic>
        <p:nvPicPr>
          <p:cNvPr id="5" name="Image 0" descr="/home/claude/deck/icons/trending_221D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376" y="1732056"/>
            <a:ext cx="230063" cy="2300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636776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Cross-marketplace price comparison via a product-search API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22960" y="2468880"/>
            <a:ext cx="310896" cy="310896"/>
          </a:xfrm>
          <a:prstGeom prst="ellipse">
            <a:avLst/>
          </a:prstGeom>
          <a:solidFill>
            <a:srgbClr val="C9972E"/>
          </a:solidFill>
          <a:ln/>
        </p:spPr>
      </p:sp>
      <p:pic>
        <p:nvPicPr>
          <p:cNvPr id="8" name="Image 1" descr="/home/claude/deck/icons/trending_221D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376" y="2509296"/>
            <a:ext cx="230063" cy="2300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414016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seller-reputation database integration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822960" y="3246120"/>
            <a:ext cx="310896" cy="310896"/>
          </a:xfrm>
          <a:prstGeom prst="ellipse">
            <a:avLst/>
          </a:prstGeom>
          <a:solidFill>
            <a:srgbClr val="C9972E"/>
          </a:solidFill>
          <a:ln/>
        </p:spPr>
      </p:sp>
      <p:pic>
        <p:nvPicPr>
          <p:cNvPr id="11" name="Image 2" descr="/home/claude/deck/icons/trending_221D1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76" y="3286536"/>
            <a:ext cx="230063" cy="2300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3191256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extension for one-click verification while shopping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822960" y="4023360"/>
            <a:ext cx="310896" cy="310896"/>
          </a:xfrm>
          <a:prstGeom prst="ellipse">
            <a:avLst/>
          </a:prstGeom>
          <a:solidFill>
            <a:srgbClr val="C9972E"/>
          </a:solidFill>
          <a:ln/>
        </p:spPr>
      </p:sp>
      <p:pic>
        <p:nvPicPr>
          <p:cNvPr id="14" name="Image 3" descr="/home/claude/deck/icons/trending_221D1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376" y="4063776"/>
            <a:ext cx="230063" cy="23006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0160" y="3968496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1D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historical price tracking (replacing simulated charts)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6309360" y="868680"/>
            <a:ext cx="5029200" cy="5120640"/>
          </a:xfrm>
          <a:prstGeom prst="roundRect">
            <a:avLst>
              <a:gd name="adj" fmla="val 2545"/>
            </a:avLst>
          </a:prstGeom>
          <a:solidFill>
            <a:srgbClr val="1C1712"/>
          </a:solidFill>
          <a:ln/>
        </p:spPr>
      </p:sp>
      <p:sp>
        <p:nvSpPr>
          <p:cNvPr id="17" name="Shape 11"/>
          <p:cNvSpPr/>
          <p:nvPr/>
        </p:nvSpPr>
        <p:spPr>
          <a:xfrm>
            <a:off x="6675120" y="1188720"/>
            <a:ext cx="457200" cy="457200"/>
          </a:xfrm>
          <a:prstGeom prst="ellipse">
            <a:avLst/>
          </a:prstGeom>
          <a:solidFill>
            <a:srgbClr val="C9972E"/>
          </a:solidFill>
          <a:ln/>
        </p:spPr>
      </p:sp>
      <p:pic>
        <p:nvPicPr>
          <p:cNvPr id="18" name="Image 4" descr="/home/claude/deck/icons/users_221D1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4556" y="1248156"/>
            <a:ext cx="338328" cy="33832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269480" y="1188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6675120" y="1965960"/>
            <a:ext cx="502920" cy="502920"/>
          </a:xfrm>
          <a:prstGeom prst="ellipse">
            <a:avLst/>
          </a:prstGeom>
          <a:solidFill>
            <a:srgbClr val="3A2F22"/>
          </a:solidFill>
          <a:ln w="12700">
            <a:solidFill>
              <a:srgbClr val="C9972E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7315200" y="19476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7315200" y="22219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[Role]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2834640"/>
            <a:ext cx="502920" cy="502920"/>
          </a:xfrm>
          <a:prstGeom prst="ellipse">
            <a:avLst/>
          </a:prstGeom>
          <a:solidFill>
            <a:srgbClr val="3A2F22"/>
          </a:solidFill>
          <a:ln w="12700">
            <a:solidFill>
              <a:srgbClr val="C9972E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7315200" y="28163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[Teammate Name]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7315200" y="30906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[Role]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6675120" y="3703320"/>
            <a:ext cx="502920" cy="502920"/>
          </a:xfrm>
          <a:prstGeom prst="ellipse">
            <a:avLst/>
          </a:prstGeom>
          <a:solidFill>
            <a:srgbClr val="3A2F22"/>
          </a:solidFill>
          <a:ln w="12700">
            <a:solidFill>
              <a:srgbClr val="C9972E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7315200" y="368503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[Teammate Name]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7315200" y="39593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[Role]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675120" y="4617720"/>
            <a:ext cx="4206240" cy="0"/>
          </a:xfrm>
          <a:prstGeom prst="line">
            <a:avLst/>
          </a:prstGeom>
          <a:noFill/>
          <a:ln w="12700">
            <a:solidFill>
              <a:srgbClr val="3A2F22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675120" y="4846320"/>
            <a:ext cx="384048" cy="384048"/>
          </a:xfrm>
          <a:prstGeom prst="ellipse">
            <a:avLst/>
          </a:prstGeom>
          <a:solidFill>
            <a:srgbClr val="3A2F22"/>
          </a:solidFill>
          <a:ln/>
        </p:spPr>
      </p:sp>
      <p:pic>
        <p:nvPicPr>
          <p:cNvPr id="31" name="Image 5" descr="/home/claude/deck/icons/github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5046" y="4896246"/>
            <a:ext cx="284196" cy="2841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223760" y="48463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D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github.com/[your-org]/shop-now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457200" y="6519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7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NOW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286000"/>
            <a:ext cx="7315200" cy="7315200"/>
          </a:xfrm>
          <a:prstGeom prst="ellipse">
            <a:avLst/>
          </a:prstGeom>
          <a:solidFill>
            <a:srgbClr val="C9972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09728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C9972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78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17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10789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7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NOW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68680" y="3429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B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talk.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4480560"/>
            <a:ext cx="384048" cy="384048"/>
          </a:xfrm>
          <a:prstGeom prst="ellipse">
            <a:avLst/>
          </a:prstGeom>
          <a:solidFill>
            <a:srgbClr val="C9972E"/>
          </a:solidFill>
          <a:ln/>
        </p:spPr>
      </p:sp>
      <p:pic>
        <p:nvPicPr>
          <p:cNvPr id="9" name="Image 0" descr="/home/claude/deck/icons/github_221D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606" y="4530486"/>
            <a:ext cx="284196" cy="2841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448056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D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github.com/[your-org]/shop-now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68680" y="5074920"/>
            <a:ext cx="384048" cy="384048"/>
          </a:xfrm>
          <a:prstGeom prst="ellipse">
            <a:avLst/>
          </a:prstGeom>
          <a:solidFill>
            <a:srgbClr val="C9972E"/>
          </a:solidFill>
          <a:ln/>
        </p:spPr>
      </p:sp>
      <p:pic>
        <p:nvPicPr>
          <p:cNvPr id="12" name="Image 1" descr="/home/claude/deck/icons/send_221D1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606" y="5124846"/>
            <a:ext cx="284196" cy="2841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507492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D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[team-email@example.com]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7200" y="6519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NOW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2026-08-09T05:51:28Z</dcterms:created>
  <dcterms:modified xsi:type="dcterms:W3CDTF">2026-08-09T05:51:28Z</dcterms:modified>
</cp:coreProperties>
</file>